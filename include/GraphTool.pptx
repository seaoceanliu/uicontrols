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5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64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2C0EC-47BA-4F6E-8A9C-E4B69653A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1E2534-15CE-4D33-97DF-84B69D2AD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1BF458-6AFF-48FD-9384-CE989E356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9EA1-BDCA-4FE6-B0B2-07D04454DCC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5583CF-FEE9-4B22-B6F8-86A6E281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EA0CCF-3BD5-4ED7-BCDD-D30B7494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996-DA84-47A9-A130-63EB94D6B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052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DD402-604A-4815-8F12-A43C92758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992C6C-49A1-4791-B591-E5DA84593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1967F3-4657-48D1-9D4D-C4F993B22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9EA1-BDCA-4FE6-B0B2-07D04454DCC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FF7FB2-A04D-4E70-B92A-A5B02B55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C59A89-1D88-4E44-9473-583B3D3D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996-DA84-47A9-A130-63EB94D6B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67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04E51E-F7CD-4ED6-BE08-BE2040ACD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E4FB3A-81E6-4D9F-931C-2610FB428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1A79B2-A3AB-43AC-8A98-7676A7FBD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9EA1-BDCA-4FE6-B0B2-07D04454DCC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A780DE-2D35-4A05-A60D-10888C577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7A6724-635D-4C74-8514-2DCEA1D6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996-DA84-47A9-A130-63EB94D6B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235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CDA06E-6B13-4DEA-B6D9-5A71C199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92AB62-568B-4245-8883-7FF52F393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F3F339-8CD2-49BB-BB26-5AA24C1E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F700AC-4190-4FF5-ACEE-6523983E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9EA1-BDCA-4FE6-B0B2-07D04454DCC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D6BE00-FE19-4D16-81C9-2B8AECDA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84E7F6-97BB-416C-8687-624A3D5A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996-DA84-47A9-A130-63EB94D6B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471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DB2EE-9AE7-4C3A-B8BC-C48F3010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BC2DE5-0BC0-499A-AABD-DADB8B808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3F8A6F-AB5E-403F-94F3-08006CA58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BDE730-67FD-4384-8013-6815F2AA5B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2BE4D4-8836-4084-9EB8-18AAA1BA3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337DAF-6B44-4BC7-98BE-C4AD71B2A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9EA1-BDCA-4FE6-B0B2-07D04454DCC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A9DFD0-44D5-44B2-BE4C-F8029137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6D5BA7-F437-4D29-86F9-FDD8E5C8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996-DA84-47A9-A130-63EB94D6B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585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CCB1A-AE24-423D-AE1A-ABD3CDC5F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D253A2-7DB4-4F09-AD71-D3B50789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9EA1-BDCA-4FE6-B0B2-07D04454DCC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D298C5-696C-431D-A199-FAE594BF0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362ACB-1BF3-43D0-B1DB-16141C7AD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996-DA84-47A9-A130-63EB94D6B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39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B5E1EA-F103-4110-B15C-27DA3E25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9EA1-BDCA-4FE6-B0B2-07D04454DCC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5CD3FB-DE7F-4174-BD2D-E8CBA71C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C7D6BE-9072-4B38-AABA-91681DD98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996-DA84-47A9-A130-63EB94D6B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267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AD7CB-0FF0-4A9A-BFF2-24924587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5988DF-903B-4234-8EA3-17262711B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6AAD1A-61A3-49A5-964B-7A5B82B7E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45042B-CDDE-4159-AB2A-974A85F66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9EA1-BDCA-4FE6-B0B2-07D04454DCC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D32D71-3349-4737-A985-EB84D2D09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5BDCF5-E43C-48C7-B59B-E51FFC74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996-DA84-47A9-A130-63EB94D6B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062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C969E7-60E9-4B9F-9DA2-F67F6AD34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53A7BAD-B321-4A2E-9BBC-7AF7CB0E59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E273D1-1618-43B4-A992-423A7BAFF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02A7D7-B7F1-41EE-93E1-A7F5CA642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9EA1-BDCA-4FE6-B0B2-07D04454DCC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E0B80E-C924-4CAE-B615-EEC646A8B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501899-0C82-4472-8909-A2390880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996-DA84-47A9-A130-63EB94D6B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04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C2CFB-BBE1-4745-A717-EBC2A226D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1641A3-89E0-473C-B0BB-1241C502D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32F2D1-CC02-4117-8351-FF747F70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9EA1-BDCA-4FE6-B0B2-07D04454DCC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EBA5F7-52DA-4108-A80E-145D2555F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254EE9-4BE5-4E75-AFFF-FBCD7184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996-DA84-47A9-A130-63EB94D6B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69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B845BB2-A452-43B7-9D7E-DA0806FBB5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4C5F55-F776-4CC1-9F4C-8B6F3DF34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FA9F36-1135-48A1-B5D3-24B0378F5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9EA1-BDCA-4FE6-B0B2-07D04454DCC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ABAC04-B498-4EC5-8AF1-27ADD6BF5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77E768-BE6B-43B5-82B6-EEEA755E7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996-DA84-47A9-A130-63EB94D6B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53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C17FE0-7973-409F-8906-E3213E8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DC5CE5-EB58-45C3-BEB4-1B4A0CFA0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4C9264-DBB6-4832-9113-A83DFD54AC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49EA1-BDCA-4FE6-B0B2-07D04454DCC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02C561-0D4E-412F-B013-EEF75E1AD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0E9F76-5BD1-413C-BE2B-76B2393D0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92996-DA84-47A9-A130-63EB94D6B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00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D91E16A1-4E2E-49CD-8380-53E60F6CCB0D}"/>
              </a:ext>
            </a:extLst>
          </p:cNvPr>
          <p:cNvGrpSpPr/>
          <p:nvPr/>
        </p:nvGrpSpPr>
        <p:grpSpPr>
          <a:xfrm>
            <a:off x="1066800" y="588579"/>
            <a:ext cx="7215351" cy="246993"/>
            <a:chOff x="3216166" y="2249214"/>
            <a:chExt cx="7215351" cy="24699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35C0443-6A2E-48E6-B82B-966783077A23}"/>
                </a:ext>
              </a:extLst>
            </p:cNvPr>
            <p:cNvSpPr/>
            <p:nvPr/>
          </p:nvSpPr>
          <p:spPr>
            <a:xfrm>
              <a:off x="3216166" y="2249214"/>
              <a:ext cx="7215351" cy="2469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BC4B8ADA-1AA9-44A8-81A0-428D32051859}"/>
                </a:ext>
              </a:extLst>
            </p:cNvPr>
            <p:cNvCxnSpPr>
              <a:stCxn id="4" idx="1"/>
              <a:endCxn id="4" idx="3"/>
            </p:cNvCxnSpPr>
            <p:nvPr/>
          </p:nvCxnSpPr>
          <p:spPr>
            <a:xfrm>
              <a:off x="3216166" y="2372711"/>
              <a:ext cx="72153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AD58212-FEFB-412E-90F3-B9421FF02758}"/>
              </a:ext>
            </a:extLst>
          </p:cNvPr>
          <p:cNvGrpSpPr/>
          <p:nvPr/>
        </p:nvGrpSpPr>
        <p:grpSpPr>
          <a:xfrm rot="5400000">
            <a:off x="-1947966" y="3603343"/>
            <a:ext cx="6029529" cy="246993"/>
            <a:chOff x="3216166" y="2249214"/>
            <a:chExt cx="7215351" cy="24699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C04F582-8374-411C-846E-7AF9E3676EB9}"/>
                </a:ext>
              </a:extLst>
            </p:cNvPr>
            <p:cNvSpPr/>
            <p:nvPr/>
          </p:nvSpPr>
          <p:spPr>
            <a:xfrm>
              <a:off x="3216166" y="2249214"/>
              <a:ext cx="7215351" cy="2469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5295F6E6-D479-4084-AE7B-5727AA8E2155}"/>
                </a:ext>
              </a:extLst>
            </p:cNvPr>
            <p:cNvCxnSpPr>
              <a:stCxn id="9" idx="1"/>
              <a:endCxn id="9" idx="3"/>
            </p:cNvCxnSpPr>
            <p:nvPr/>
          </p:nvCxnSpPr>
          <p:spPr>
            <a:xfrm>
              <a:off x="3216166" y="2372711"/>
              <a:ext cx="72153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0C5B1940-820E-4E13-A35C-7E9669F7A64F}"/>
              </a:ext>
            </a:extLst>
          </p:cNvPr>
          <p:cNvSpPr/>
          <p:nvPr/>
        </p:nvSpPr>
        <p:spPr>
          <a:xfrm>
            <a:off x="943303" y="588579"/>
            <a:ext cx="123495" cy="12349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BABC49C-DD8B-4A68-8447-75C28B2AC52B}"/>
              </a:ext>
            </a:extLst>
          </p:cNvPr>
          <p:cNvGrpSpPr/>
          <p:nvPr/>
        </p:nvGrpSpPr>
        <p:grpSpPr>
          <a:xfrm rot="19206930">
            <a:off x="-26492" y="3602387"/>
            <a:ext cx="9405871" cy="246993"/>
            <a:chOff x="3216166" y="2249214"/>
            <a:chExt cx="7215351" cy="24699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55933F5-8198-4D35-9387-3E0AC68BBCC6}"/>
                </a:ext>
              </a:extLst>
            </p:cNvPr>
            <p:cNvSpPr/>
            <p:nvPr/>
          </p:nvSpPr>
          <p:spPr>
            <a:xfrm>
              <a:off x="3216166" y="2249214"/>
              <a:ext cx="7215351" cy="2469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AD71792-B81A-4A1D-9495-E3C3654923D0}"/>
                </a:ext>
              </a:extLst>
            </p:cNvPr>
            <p:cNvCxnSpPr>
              <a:stCxn id="13" idx="1"/>
              <a:endCxn id="13" idx="3"/>
            </p:cNvCxnSpPr>
            <p:nvPr/>
          </p:nvCxnSpPr>
          <p:spPr>
            <a:xfrm>
              <a:off x="3216166" y="2372711"/>
              <a:ext cx="72153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3736C95A-4244-4B23-B275-8801A93C19AC}"/>
              </a:ext>
            </a:extLst>
          </p:cNvPr>
          <p:cNvSpPr/>
          <p:nvPr/>
        </p:nvSpPr>
        <p:spPr>
          <a:xfrm>
            <a:off x="8282151" y="588579"/>
            <a:ext cx="320512" cy="217871"/>
          </a:xfrm>
          <a:custGeom>
            <a:avLst/>
            <a:gdLst>
              <a:gd name="connsiteX0" fmla="*/ 0 w 303213"/>
              <a:gd name="connsiteY0" fmla="*/ 123825 h 212725"/>
              <a:gd name="connsiteX1" fmla="*/ 0 w 303213"/>
              <a:gd name="connsiteY1" fmla="*/ 0 h 212725"/>
              <a:gd name="connsiteX2" fmla="*/ 303213 w 303213"/>
              <a:gd name="connsiteY2" fmla="*/ 0 h 212725"/>
              <a:gd name="connsiteX3" fmla="*/ 79375 w 303213"/>
              <a:gd name="connsiteY3" fmla="*/ 212725 h 212725"/>
              <a:gd name="connsiteX4" fmla="*/ 0 w 303213"/>
              <a:gd name="connsiteY4" fmla="*/ 123825 h 21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213" h="212725">
                <a:moveTo>
                  <a:pt x="0" y="123825"/>
                </a:moveTo>
                <a:lnTo>
                  <a:pt x="0" y="0"/>
                </a:lnTo>
                <a:lnTo>
                  <a:pt x="303213" y="0"/>
                </a:lnTo>
                <a:lnTo>
                  <a:pt x="79375" y="212725"/>
                </a:lnTo>
                <a:lnTo>
                  <a:pt x="0" y="123825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1196819C-4336-4CA4-BF4F-8D4732F87B0A}"/>
              </a:ext>
            </a:extLst>
          </p:cNvPr>
          <p:cNvSpPr/>
          <p:nvPr/>
        </p:nvSpPr>
        <p:spPr>
          <a:xfrm>
            <a:off x="939800" y="6741160"/>
            <a:ext cx="208280" cy="259080"/>
          </a:xfrm>
          <a:custGeom>
            <a:avLst/>
            <a:gdLst>
              <a:gd name="connsiteX0" fmla="*/ 0 w 208280"/>
              <a:gd name="connsiteY0" fmla="*/ 0 h 259080"/>
              <a:gd name="connsiteX1" fmla="*/ 127000 w 208280"/>
              <a:gd name="connsiteY1" fmla="*/ 0 h 259080"/>
              <a:gd name="connsiteX2" fmla="*/ 208280 w 208280"/>
              <a:gd name="connsiteY2" fmla="*/ 96520 h 259080"/>
              <a:gd name="connsiteX3" fmla="*/ 10160 w 208280"/>
              <a:gd name="connsiteY3" fmla="*/ 259080 h 259080"/>
              <a:gd name="connsiteX4" fmla="*/ 0 w 20828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280" h="259080">
                <a:moveTo>
                  <a:pt x="0" y="0"/>
                </a:moveTo>
                <a:lnTo>
                  <a:pt x="127000" y="0"/>
                </a:lnTo>
                <a:lnTo>
                  <a:pt x="208280" y="96520"/>
                </a:lnTo>
                <a:lnTo>
                  <a:pt x="10160" y="2590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9E3D65B-CBEB-42AB-9F31-24F01AD07FDC}"/>
              </a:ext>
            </a:extLst>
          </p:cNvPr>
          <p:cNvGrpSpPr/>
          <p:nvPr/>
        </p:nvGrpSpPr>
        <p:grpSpPr>
          <a:xfrm>
            <a:off x="4073069" y="6432863"/>
            <a:ext cx="7734194" cy="246993"/>
            <a:chOff x="3216166" y="2249214"/>
            <a:chExt cx="7215351" cy="246993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9D0DBD4-D8B9-4AE1-96A8-886274DBD1BD}"/>
                </a:ext>
              </a:extLst>
            </p:cNvPr>
            <p:cNvSpPr/>
            <p:nvPr/>
          </p:nvSpPr>
          <p:spPr>
            <a:xfrm>
              <a:off x="3216166" y="2249214"/>
              <a:ext cx="7215351" cy="2469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51370B77-A139-41D7-A46F-1A861D73F19A}"/>
                </a:ext>
              </a:extLst>
            </p:cNvPr>
            <p:cNvCxnSpPr>
              <a:stCxn id="36" idx="1"/>
              <a:endCxn id="36" idx="3"/>
            </p:cNvCxnSpPr>
            <p:nvPr/>
          </p:nvCxnSpPr>
          <p:spPr>
            <a:xfrm>
              <a:off x="3216166" y="2372711"/>
              <a:ext cx="72153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B98822D2-64F3-4CBF-AE08-E28E03CA98C3}"/>
              </a:ext>
            </a:extLst>
          </p:cNvPr>
          <p:cNvGrpSpPr/>
          <p:nvPr/>
        </p:nvGrpSpPr>
        <p:grpSpPr>
          <a:xfrm rot="19460369">
            <a:off x="3643378" y="5092023"/>
            <a:ext cx="4603139" cy="246993"/>
            <a:chOff x="3216166" y="2249214"/>
            <a:chExt cx="7215351" cy="246993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139C1242-5E19-499B-A242-62C6251AFE08}"/>
                </a:ext>
              </a:extLst>
            </p:cNvPr>
            <p:cNvSpPr/>
            <p:nvPr/>
          </p:nvSpPr>
          <p:spPr>
            <a:xfrm>
              <a:off x="3216166" y="2249214"/>
              <a:ext cx="7215351" cy="2469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46DAE03B-026D-4B0B-866D-D7502C5468C3}"/>
                </a:ext>
              </a:extLst>
            </p:cNvPr>
            <p:cNvCxnSpPr>
              <a:stCxn id="39" idx="1"/>
              <a:endCxn id="39" idx="3"/>
            </p:cNvCxnSpPr>
            <p:nvPr/>
          </p:nvCxnSpPr>
          <p:spPr>
            <a:xfrm>
              <a:off x="3216166" y="2372711"/>
              <a:ext cx="72153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82FE998-81AB-44D7-9800-3ECD7924B9E3}"/>
              </a:ext>
            </a:extLst>
          </p:cNvPr>
          <p:cNvGrpSpPr/>
          <p:nvPr/>
        </p:nvGrpSpPr>
        <p:grpSpPr>
          <a:xfrm rot="12834542">
            <a:off x="7401593" y="5094139"/>
            <a:ext cx="4815137" cy="246993"/>
            <a:chOff x="3216166" y="2249214"/>
            <a:chExt cx="7215351" cy="246993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F2DF2F75-325C-4682-9DC1-5CC82C2E954E}"/>
                </a:ext>
              </a:extLst>
            </p:cNvPr>
            <p:cNvSpPr/>
            <p:nvPr/>
          </p:nvSpPr>
          <p:spPr>
            <a:xfrm>
              <a:off x="3216166" y="2249214"/>
              <a:ext cx="7215351" cy="2469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3EAB3EF-4E9D-4A3A-905D-21C0BCC0E8D7}"/>
                </a:ext>
              </a:extLst>
            </p:cNvPr>
            <p:cNvCxnSpPr>
              <a:stCxn id="42" idx="1"/>
              <a:endCxn id="42" idx="3"/>
            </p:cNvCxnSpPr>
            <p:nvPr/>
          </p:nvCxnSpPr>
          <p:spPr>
            <a:xfrm>
              <a:off x="3216166" y="2372711"/>
              <a:ext cx="721535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8A19461B-3FB2-48C4-82FD-28A5A55C2EAC}"/>
              </a:ext>
            </a:extLst>
          </p:cNvPr>
          <p:cNvSpPr/>
          <p:nvPr/>
        </p:nvSpPr>
        <p:spPr>
          <a:xfrm>
            <a:off x="7740650" y="3723217"/>
            <a:ext cx="137583" cy="150283"/>
          </a:xfrm>
          <a:custGeom>
            <a:avLst/>
            <a:gdLst>
              <a:gd name="connsiteX0" fmla="*/ 137583 w 137583"/>
              <a:gd name="connsiteY0" fmla="*/ 48683 h 150283"/>
              <a:gd name="connsiteX1" fmla="*/ 69850 w 137583"/>
              <a:gd name="connsiteY1" fmla="*/ 150283 h 150283"/>
              <a:gd name="connsiteX2" fmla="*/ 0 w 137583"/>
              <a:gd name="connsiteY2" fmla="*/ 50800 h 150283"/>
              <a:gd name="connsiteX3" fmla="*/ 69850 w 137583"/>
              <a:gd name="connsiteY3" fmla="*/ 0 h 150283"/>
              <a:gd name="connsiteX4" fmla="*/ 137583 w 137583"/>
              <a:gd name="connsiteY4" fmla="*/ 48683 h 150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583" h="150283">
                <a:moveTo>
                  <a:pt x="137583" y="48683"/>
                </a:moveTo>
                <a:lnTo>
                  <a:pt x="69850" y="150283"/>
                </a:lnTo>
                <a:lnTo>
                  <a:pt x="0" y="50800"/>
                </a:lnTo>
                <a:lnTo>
                  <a:pt x="69850" y="0"/>
                </a:lnTo>
                <a:lnTo>
                  <a:pt x="137583" y="48683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283A9B5B-CBF8-4A08-9F7C-D70225A6327C}"/>
              </a:ext>
            </a:extLst>
          </p:cNvPr>
          <p:cNvSpPr/>
          <p:nvPr/>
        </p:nvSpPr>
        <p:spPr>
          <a:xfrm>
            <a:off x="11806767" y="6460067"/>
            <a:ext cx="389466" cy="222250"/>
          </a:xfrm>
          <a:custGeom>
            <a:avLst/>
            <a:gdLst>
              <a:gd name="connsiteX0" fmla="*/ 0 w 389466"/>
              <a:gd name="connsiteY0" fmla="*/ 218016 h 222250"/>
              <a:gd name="connsiteX1" fmla="*/ 0 w 389466"/>
              <a:gd name="connsiteY1" fmla="*/ 95250 h 222250"/>
              <a:gd name="connsiteX2" fmla="*/ 67733 w 389466"/>
              <a:gd name="connsiteY2" fmla="*/ 0 h 222250"/>
              <a:gd name="connsiteX3" fmla="*/ 389466 w 389466"/>
              <a:gd name="connsiteY3" fmla="*/ 222250 h 222250"/>
              <a:gd name="connsiteX4" fmla="*/ 0 w 389466"/>
              <a:gd name="connsiteY4" fmla="*/ 218016 h 22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466" h="222250">
                <a:moveTo>
                  <a:pt x="0" y="218016"/>
                </a:moveTo>
                <a:lnTo>
                  <a:pt x="0" y="95250"/>
                </a:lnTo>
                <a:lnTo>
                  <a:pt x="67733" y="0"/>
                </a:lnTo>
                <a:lnTo>
                  <a:pt x="389466" y="222250"/>
                </a:lnTo>
                <a:lnTo>
                  <a:pt x="0" y="218016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983E31A3-8B02-4897-BF83-0F0A814FB08D}"/>
              </a:ext>
            </a:extLst>
          </p:cNvPr>
          <p:cNvSpPr/>
          <p:nvPr/>
        </p:nvSpPr>
        <p:spPr>
          <a:xfrm>
            <a:off x="3748617" y="6453717"/>
            <a:ext cx="321733" cy="226483"/>
          </a:xfrm>
          <a:custGeom>
            <a:avLst/>
            <a:gdLst>
              <a:gd name="connsiteX0" fmla="*/ 321733 w 321733"/>
              <a:gd name="connsiteY0" fmla="*/ 226483 h 226483"/>
              <a:gd name="connsiteX1" fmla="*/ 321733 w 321733"/>
              <a:gd name="connsiteY1" fmla="*/ 99483 h 226483"/>
              <a:gd name="connsiteX2" fmla="*/ 254000 w 321733"/>
              <a:gd name="connsiteY2" fmla="*/ 0 h 226483"/>
              <a:gd name="connsiteX3" fmla="*/ 0 w 321733"/>
              <a:gd name="connsiteY3" fmla="*/ 207433 h 226483"/>
              <a:gd name="connsiteX4" fmla="*/ 321733 w 321733"/>
              <a:gd name="connsiteY4" fmla="*/ 226483 h 2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733" h="226483">
                <a:moveTo>
                  <a:pt x="321733" y="226483"/>
                </a:moveTo>
                <a:lnTo>
                  <a:pt x="321733" y="99483"/>
                </a:lnTo>
                <a:lnTo>
                  <a:pt x="254000" y="0"/>
                </a:lnTo>
                <a:lnTo>
                  <a:pt x="0" y="207433"/>
                </a:lnTo>
                <a:lnTo>
                  <a:pt x="321733" y="226483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254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D4812247-99EA-48CD-AD65-5768DE4623B2}"/>
              </a:ext>
            </a:extLst>
          </p:cNvPr>
          <p:cNvCxnSpPr>
            <a:cxnSpLocks/>
          </p:cNvCxnSpPr>
          <p:nvPr/>
        </p:nvCxnSpPr>
        <p:spPr>
          <a:xfrm>
            <a:off x="3221567" y="3429000"/>
            <a:ext cx="6477000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FAE4DBDE-E827-46D6-B41A-D9BA4DD7D5D8}"/>
              </a:ext>
            </a:extLst>
          </p:cNvPr>
          <p:cNvCxnSpPr>
            <a:cxnSpLocks/>
          </p:cNvCxnSpPr>
          <p:nvPr/>
        </p:nvCxnSpPr>
        <p:spPr>
          <a:xfrm rot="16200000">
            <a:off x="2860822" y="3581400"/>
            <a:ext cx="6477000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276277A-F36D-4409-B0D3-862B9C5A08A2}"/>
              </a:ext>
            </a:extLst>
          </p:cNvPr>
          <p:cNvCxnSpPr/>
          <p:nvPr/>
        </p:nvCxnSpPr>
        <p:spPr>
          <a:xfrm flipV="1">
            <a:off x="6096000" y="2707640"/>
            <a:ext cx="1432560" cy="721360"/>
          </a:xfrm>
          <a:prstGeom prst="line">
            <a:avLst/>
          </a:prstGeom>
          <a:ln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75E5A80-4209-4A96-AFB7-8F09E8DA8191}"/>
              </a:ext>
            </a:extLst>
          </p:cNvPr>
          <p:cNvCxnSpPr/>
          <p:nvPr/>
        </p:nvCxnSpPr>
        <p:spPr>
          <a:xfrm flipH="1" flipV="1">
            <a:off x="5379720" y="2001520"/>
            <a:ext cx="716280" cy="142748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67F4182-356A-4A4E-A279-B8E93A8C6BA7}"/>
              </a:ext>
            </a:extLst>
          </p:cNvPr>
          <p:cNvSpPr txBox="1"/>
          <p:nvPr/>
        </p:nvSpPr>
        <p:spPr>
          <a:xfrm>
            <a:off x="7528557" y="2453475"/>
            <a:ext cx="1397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B’(x2-x1,y2-y1)</a:t>
            </a:r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4D9B31-C460-4FF3-8AFE-E1E87FFB42EB}"/>
              </a:ext>
            </a:extLst>
          </p:cNvPr>
          <p:cNvSpPr txBox="1"/>
          <p:nvPr/>
        </p:nvSpPr>
        <p:spPr>
          <a:xfrm>
            <a:off x="3886200" y="1792058"/>
            <a:ext cx="1612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B’’(-(y2-y1),x2-x1)</a:t>
            </a:r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41BF90-5ED0-4D9B-A6A2-0AECE359BA01}"/>
              </a:ext>
            </a:extLst>
          </p:cNvPr>
          <p:cNvSpPr/>
          <p:nvPr/>
        </p:nvSpPr>
        <p:spPr>
          <a:xfrm rot="20001072">
            <a:off x="6052620" y="3238618"/>
            <a:ext cx="162560" cy="16256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15F8314-E06F-40B6-AB21-3848585050E4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716280" cy="1427480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DDD94D70-8F38-48AD-A1E1-D1AD234AEFDD}"/>
              </a:ext>
            </a:extLst>
          </p:cNvPr>
          <p:cNvSpPr txBox="1"/>
          <p:nvPr/>
        </p:nvSpPr>
        <p:spPr>
          <a:xfrm>
            <a:off x="6735998" y="4745853"/>
            <a:ext cx="1681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B’’’(y2-y1,-(x2-x1))</a:t>
            </a:r>
            <a:endParaRPr lang="zh-CN" altLang="en-US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17B18C2-BE43-4BF5-A5CD-F1D49C901740}"/>
              </a:ext>
            </a:extLst>
          </p:cNvPr>
          <p:cNvSpPr/>
          <p:nvPr/>
        </p:nvSpPr>
        <p:spPr>
          <a:xfrm rot="20001072">
            <a:off x="6123823" y="3384671"/>
            <a:ext cx="162560" cy="16256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C3185A4-909A-448F-9AF8-43B217E7739E}"/>
              </a:ext>
            </a:extLst>
          </p:cNvPr>
          <p:cNvCxnSpPr/>
          <p:nvPr/>
        </p:nvCxnSpPr>
        <p:spPr>
          <a:xfrm flipV="1">
            <a:off x="7218680" y="1126271"/>
            <a:ext cx="1432560" cy="72136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2375089-2C3D-4993-B40D-B70F415F60F3}"/>
              </a:ext>
            </a:extLst>
          </p:cNvPr>
          <p:cNvSpPr txBox="1"/>
          <p:nvPr/>
        </p:nvSpPr>
        <p:spPr>
          <a:xfrm>
            <a:off x="7103595" y="1750946"/>
            <a:ext cx="843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A(x1,y1)</a:t>
            </a:r>
            <a:endParaRPr lang="zh-CN" altLang="en-US" sz="1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846DD46-B044-498A-BA74-31F0A3FCE69C}"/>
              </a:ext>
            </a:extLst>
          </p:cNvPr>
          <p:cNvSpPr txBox="1"/>
          <p:nvPr/>
        </p:nvSpPr>
        <p:spPr>
          <a:xfrm>
            <a:off x="8539474" y="980218"/>
            <a:ext cx="843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B(x2,y2)</a:t>
            </a:r>
            <a:endParaRPr lang="zh-CN" altLang="en-US" sz="1400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0D2977D-BE6F-4166-89B7-81183B898098}"/>
              </a:ext>
            </a:extLst>
          </p:cNvPr>
          <p:cNvGrpSpPr/>
          <p:nvPr/>
        </p:nvGrpSpPr>
        <p:grpSpPr>
          <a:xfrm>
            <a:off x="6095999" y="2742893"/>
            <a:ext cx="2555238" cy="1139937"/>
            <a:chOff x="6095999" y="2742893"/>
            <a:chExt cx="2555238" cy="1139937"/>
          </a:xfrm>
        </p:grpSpPr>
        <p:sp>
          <p:nvSpPr>
            <p:cNvPr id="17" name="右大括号 16">
              <a:extLst>
                <a:ext uri="{FF2B5EF4-FFF2-40B4-BE49-F238E27FC236}">
                  <a16:creationId xmlns:a16="http://schemas.microsoft.com/office/drawing/2014/main" id="{7DACF13B-BEEE-4CCA-AC01-36E73B844B10}"/>
                </a:ext>
              </a:extLst>
            </p:cNvPr>
            <p:cNvSpPr/>
            <p:nvPr/>
          </p:nvSpPr>
          <p:spPr>
            <a:xfrm>
              <a:off x="7566742" y="2742893"/>
              <a:ext cx="119461" cy="65054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CF5343A-B210-4D68-B818-0CDFCA468AD4}"/>
                </a:ext>
              </a:extLst>
            </p:cNvPr>
            <p:cNvSpPr txBox="1"/>
            <p:nvPr/>
          </p:nvSpPr>
          <p:spPr>
            <a:xfrm>
              <a:off x="7686203" y="2910131"/>
              <a:ext cx="9650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y2-y1=</a:t>
              </a:r>
              <a:r>
                <a:rPr lang="en-US" altLang="zh-CN" sz="1400" dirty="0" err="1"/>
                <a:t>dy</a:t>
              </a:r>
              <a:endParaRPr lang="zh-CN" altLang="en-US" sz="1400" dirty="0"/>
            </a:p>
          </p:txBody>
        </p:sp>
        <p:sp>
          <p:nvSpPr>
            <p:cNvPr id="19" name="右大括号 18">
              <a:extLst>
                <a:ext uri="{FF2B5EF4-FFF2-40B4-BE49-F238E27FC236}">
                  <a16:creationId xmlns:a16="http://schemas.microsoft.com/office/drawing/2014/main" id="{B921C18A-2F76-48DA-9006-8608C07D19A3}"/>
                </a:ext>
              </a:extLst>
            </p:cNvPr>
            <p:cNvSpPr/>
            <p:nvPr/>
          </p:nvSpPr>
          <p:spPr>
            <a:xfrm rot="5400000">
              <a:off x="6752547" y="2799044"/>
              <a:ext cx="119461" cy="143255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EA20354-F27B-4E50-9EE6-50547777D9F1}"/>
                </a:ext>
              </a:extLst>
            </p:cNvPr>
            <p:cNvSpPr txBox="1"/>
            <p:nvPr/>
          </p:nvSpPr>
          <p:spPr>
            <a:xfrm>
              <a:off x="6461842" y="3575053"/>
              <a:ext cx="923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x2-x1=dx</a:t>
              </a:r>
              <a:endParaRPr lang="zh-CN" altLang="en-US" sz="1400" dirty="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9B7925A-0C16-4F6A-B74A-C2FC04368C0B}"/>
              </a:ext>
            </a:extLst>
          </p:cNvPr>
          <p:cNvGrpSpPr/>
          <p:nvPr/>
        </p:nvGrpSpPr>
        <p:grpSpPr>
          <a:xfrm>
            <a:off x="6095999" y="2707639"/>
            <a:ext cx="1432558" cy="721361"/>
            <a:chOff x="6095999" y="2707639"/>
            <a:chExt cx="1432558" cy="721361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1C68BDBA-0704-4ABD-90B1-3FA796437B8E}"/>
                </a:ext>
              </a:extLst>
            </p:cNvPr>
            <p:cNvCxnSpPr/>
            <p:nvPr/>
          </p:nvCxnSpPr>
          <p:spPr>
            <a:xfrm>
              <a:off x="7528557" y="2707639"/>
              <a:ext cx="0" cy="72136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C44C2FF8-2825-45A4-9D9B-F48C7D6969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5999" y="3429000"/>
              <a:ext cx="1432558" cy="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CE69587-5509-4939-A10F-DEC4A32A6B6C}"/>
              </a:ext>
            </a:extLst>
          </p:cNvPr>
          <p:cNvGrpSpPr/>
          <p:nvPr/>
        </p:nvGrpSpPr>
        <p:grpSpPr>
          <a:xfrm rot="16200000">
            <a:off x="5021581" y="2352040"/>
            <a:ext cx="1432558" cy="721361"/>
            <a:chOff x="6095999" y="2707639"/>
            <a:chExt cx="1432558" cy="721361"/>
          </a:xfrm>
        </p:grpSpPr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5C163873-4CE7-40CA-A640-658A10195A5A}"/>
                </a:ext>
              </a:extLst>
            </p:cNvPr>
            <p:cNvCxnSpPr/>
            <p:nvPr/>
          </p:nvCxnSpPr>
          <p:spPr>
            <a:xfrm>
              <a:off x="7528557" y="2707639"/>
              <a:ext cx="0" cy="72136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2A036899-5DE3-496C-A1FE-89F85FE10B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5999" y="3429000"/>
              <a:ext cx="1432558" cy="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7501232-486B-4881-8E08-6D7781E626B0}"/>
              </a:ext>
            </a:extLst>
          </p:cNvPr>
          <p:cNvGrpSpPr/>
          <p:nvPr/>
        </p:nvGrpSpPr>
        <p:grpSpPr>
          <a:xfrm rot="5400000">
            <a:off x="5743786" y="3774439"/>
            <a:ext cx="1432558" cy="721361"/>
            <a:chOff x="6095999" y="2707639"/>
            <a:chExt cx="1432558" cy="721361"/>
          </a:xfrm>
        </p:grpSpPr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4116362A-AE1D-406D-9818-F1F46EBE62B5}"/>
                </a:ext>
              </a:extLst>
            </p:cNvPr>
            <p:cNvCxnSpPr/>
            <p:nvPr/>
          </p:nvCxnSpPr>
          <p:spPr>
            <a:xfrm>
              <a:off x="7528557" y="2707639"/>
              <a:ext cx="0" cy="72136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DAEE6C10-DDC5-4DFF-A4BA-C367B1B70F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5999" y="3429000"/>
              <a:ext cx="1432558" cy="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CD277AF-B650-4111-A49F-E9AE76D7E84E}"/>
              </a:ext>
            </a:extLst>
          </p:cNvPr>
          <p:cNvGrpSpPr/>
          <p:nvPr/>
        </p:nvGrpSpPr>
        <p:grpSpPr>
          <a:xfrm rot="16200000">
            <a:off x="4845270" y="1689440"/>
            <a:ext cx="2286001" cy="1139937"/>
            <a:chOff x="6095999" y="2742893"/>
            <a:chExt cx="2286001" cy="1139937"/>
          </a:xfrm>
        </p:grpSpPr>
        <p:sp>
          <p:nvSpPr>
            <p:cNvPr id="39" name="右大括号 38">
              <a:extLst>
                <a:ext uri="{FF2B5EF4-FFF2-40B4-BE49-F238E27FC236}">
                  <a16:creationId xmlns:a16="http://schemas.microsoft.com/office/drawing/2014/main" id="{9B8E8787-6B6E-4245-9BEA-8F1AFD5E9196}"/>
                </a:ext>
              </a:extLst>
            </p:cNvPr>
            <p:cNvSpPr/>
            <p:nvPr/>
          </p:nvSpPr>
          <p:spPr>
            <a:xfrm>
              <a:off x="7566742" y="2742893"/>
              <a:ext cx="119461" cy="65054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B3D77F2A-67F4-47CE-9A7D-02FFFF00BF81}"/>
                </a:ext>
              </a:extLst>
            </p:cNvPr>
            <p:cNvSpPr txBox="1"/>
            <p:nvPr/>
          </p:nvSpPr>
          <p:spPr>
            <a:xfrm>
              <a:off x="7686203" y="2910131"/>
              <a:ext cx="6957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y2-y1</a:t>
              </a:r>
              <a:endParaRPr lang="zh-CN" altLang="en-US" sz="1400" dirty="0"/>
            </a:p>
          </p:txBody>
        </p:sp>
        <p:sp>
          <p:nvSpPr>
            <p:cNvPr id="41" name="右大括号 40">
              <a:extLst>
                <a:ext uri="{FF2B5EF4-FFF2-40B4-BE49-F238E27FC236}">
                  <a16:creationId xmlns:a16="http://schemas.microsoft.com/office/drawing/2014/main" id="{6A6723C1-B1FF-40B6-A407-B0BB0CCC1BB9}"/>
                </a:ext>
              </a:extLst>
            </p:cNvPr>
            <p:cNvSpPr/>
            <p:nvPr/>
          </p:nvSpPr>
          <p:spPr>
            <a:xfrm rot="5400000">
              <a:off x="6752547" y="2799044"/>
              <a:ext cx="119461" cy="143255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1E5CD7F2-E471-4F8A-9B93-7A492E4B70D7}"/>
                </a:ext>
              </a:extLst>
            </p:cNvPr>
            <p:cNvSpPr txBox="1"/>
            <p:nvPr/>
          </p:nvSpPr>
          <p:spPr>
            <a:xfrm>
              <a:off x="6461842" y="3575053"/>
              <a:ext cx="6957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x2-x1</a:t>
              </a:r>
              <a:endParaRPr lang="zh-CN" altLang="en-US" sz="1400" dirty="0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FBD0D92-2FA4-4169-AC84-9D53CE602AF0}"/>
              </a:ext>
            </a:extLst>
          </p:cNvPr>
          <p:cNvGrpSpPr/>
          <p:nvPr/>
        </p:nvGrpSpPr>
        <p:grpSpPr>
          <a:xfrm rot="5400000">
            <a:off x="5041276" y="4002031"/>
            <a:ext cx="2286001" cy="1139937"/>
            <a:chOff x="6095999" y="2742893"/>
            <a:chExt cx="2286001" cy="1139937"/>
          </a:xfrm>
        </p:grpSpPr>
        <p:sp>
          <p:nvSpPr>
            <p:cNvPr id="44" name="右大括号 43">
              <a:extLst>
                <a:ext uri="{FF2B5EF4-FFF2-40B4-BE49-F238E27FC236}">
                  <a16:creationId xmlns:a16="http://schemas.microsoft.com/office/drawing/2014/main" id="{145032A7-A024-4AFB-BD7E-3A2426381B0F}"/>
                </a:ext>
              </a:extLst>
            </p:cNvPr>
            <p:cNvSpPr/>
            <p:nvPr/>
          </p:nvSpPr>
          <p:spPr>
            <a:xfrm>
              <a:off x="7566742" y="2742893"/>
              <a:ext cx="119461" cy="65054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E9FC5E5-F77C-4351-997C-846AA4E08D1F}"/>
                </a:ext>
              </a:extLst>
            </p:cNvPr>
            <p:cNvSpPr txBox="1"/>
            <p:nvPr/>
          </p:nvSpPr>
          <p:spPr>
            <a:xfrm>
              <a:off x="7686203" y="2910131"/>
              <a:ext cx="6957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y2-y1</a:t>
              </a:r>
              <a:endParaRPr lang="zh-CN" altLang="en-US" sz="1400" dirty="0"/>
            </a:p>
          </p:txBody>
        </p:sp>
        <p:sp>
          <p:nvSpPr>
            <p:cNvPr id="46" name="右大括号 45">
              <a:extLst>
                <a:ext uri="{FF2B5EF4-FFF2-40B4-BE49-F238E27FC236}">
                  <a16:creationId xmlns:a16="http://schemas.microsoft.com/office/drawing/2014/main" id="{19F4629C-070C-4863-8E2E-AF7CB0B87D6C}"/>
                </a:ext>
              </a:extLst>
            </p:cNvPr>
            <p:cNvSpPr/>
            <p:nvPr/>
          </p:nvSpPr>
          <p:spPr>
            <a:xfrm rot="5400000">
              <a:off x="6752547" y="2799044"/>
              <a:ext cx="119461" cy="143255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0CA3CD2A-6B95-4600-A737-CBA09B564938}"/>
                </a:ext>
              </a:extLst>
            </p:cNvPr>
            <p:cNvSpPr txBox="1"/>
            <p:nvPr/>
          </p:nvSpPr>
          <p:spPr>
            <a:xfrm>
              <a:off x="6461842" y="3575053"/>
              <a:ext cx="6957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x2-x1</a:t>
              </a:r>
              <a:endParaRPr lang="zh-CN" altLang="en-US" sz="1400" dirty="0"/>
            </a:p>
          </p:txBody>
        </p:sp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17459B0-148B-4E4B-A5F3-3D5E4FE659FB}"/>
              </a:ext>
            </a:extLst>
          </p:cNvPr>
          <p:cNvCxnSpPr>
            <a:cxnSpLocks/>
          </p:cNvCxnSpPr>
          <p:nvPr/>
        </p:nvCxnSpPr>
        <p:spPr>
          <a:xfrm flipH="1">
            <a:off x="7528557" y="1126270"/>
            <a:ext cx="1122683" cy="15762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D98EAB02-01BE-4166-9D1A-F6F422A756B6}"/>
              </a:ext>
            </a:extLst>
          </p:cNvPr>
          <p:cNvCxnSpPr>
            <a:cxnSpLocks/>
          </p:cNvCxnSpPr>
          <p:nvPr/>
        </p:nvCxnSpPr>
        <p:spPr>
          <a:xfrm flipH="1">
            <a:off x="6096000" y="1844617"/>
            <a:ext cx="1122683" cy="15762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679F5A3A-B3F3-4D07-92B2-980558E4A036}"/>
              </a:ext>
            </a:extLst>
          </p:cNvPr>
          <p:cNvSpPr txBox="1"/>
          <p:nvPr/>
        </p:nvSpPr>
        <p:spPr>
          <a:xfrm>
            <a:off x="3582275" y="2010262"/>
            <a:ext cx="1612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B’’(-</a:t>
            </a:r>
            <a:r>
              <a:rPr lang="en-US" altLang="zh-CN" sz="1400" dirty="0" err="1">
                <a:solidFill>
                  <a:srgbClr val="FF0000"/>
                </a:solidFill>
              </a:rPr>
              <a:t>dy,dx</a:t>
            </a:r>
            <a:r>
              <a:rPr lang="en-US" altLang="zh-CN" sz="1400" dirty="0">
                <a:solidFill>
                  <a:srgbClr val="FF0000"/>
                </a:solidFill>
              </a:rPr>
              <a:t>)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F97FEE0-67C4-452E-B3BE-D070A8197F05}"/>
              </a:ext>
            </a:extLst>
          </p:cNvPr>
          <p:cNvSpPr txBox="1"/>
          <p:nvPr/>
        </p:nvSpPr>
        <p:spPr>
          <a:xfrm>
            <a:off x="7528557" y="2664567"/>
            <a:ext cx="891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B’(</a:t>
            </a:r>
            <a:r>
              <a:rPr lang="en-US" altLang="zh-CN" sz="1400" dirty="0" err="1">
                <a:solidFill>
                  <a:srgbClr val="FF0000"/>
                </a:solidFill>
              </a:rPr>
              <a:t>dx,dy</a:t>
            </a:r>
            <a:r>
              <a:rPr lang="en-US" altLang="zh-CN" sz="1400" dirty="0">
                <a:solidFill>
                  <a:srgbClr val="FF0000"/>
                </a:solidFill>
              </a:rPr>
              <a:t>)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8D171ED-4650-4A1A-A08C-B8D7D5B6ADB3}"/>
              </a:ext>
            </a:extLst>
          </p:cNvPr>
          <p:cNvSpPr txBox="1"/>
          <p:nvPr/>
        </p:nvSpPr>
        <p:spPr>
          <a:xfrm>
            <a:off x="6719881" y="4972893"/>
            <a:ext cx="1096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B’’’(</a:t>
            </a:r>
            <a:r>
              <a:rPr lang="en-US" altLang="zh-CN" sz="1400" dirty="0" err="1">
                <a:solidFill>
                  <a:srgbClr val="FF0000"/>
                </a:solidFill>
              </a:rPr>
              <a:t>dy</a:t>
            </a:r>
            <a:r>
              <a:rPr lang="en-US" altLang="zh-CN" sz="1400" dirty="0">
                <a:solidFill>
                  <a:srgbClr val="FF0000"/>
                </a:solidFill>
              </a:rPr>
              <a:t>,-dx)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32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23493</TotalTime>
  <Words>58</Words>
  <Application>Microsoft Office PowerPoint</Application>
  <PresentationFormat>宽屏</PresentationFormat>
  <Paragraphs>14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SeaOcean Liu</dc:creator>
  <cp:lastModifiedBy>SeaOcean Liu</cp:lastModifiedBy>
  <cp:revision>10</cp:revision>
  <dcterms:created xsi:type="dcterms:W3CDTF">2025-12-28T08:50:49Z</dcterms:created>
  <dcterms:modified xsi:type="dcterms:W3CDTF">2026-01-14T15:16:41Z</dcterms:modified>
</cp:coreProperties>
</file>